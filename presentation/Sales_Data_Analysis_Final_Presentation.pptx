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Sales Data Analysis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Internship Mini Project – Data Analysis</a:t>
            </a:r>
          </a:p>
          <a:p>
            <a:pPr>
              <a:spcAft>
                <a:spcPts val="1200"/>
              </a:spcAft>
              <a:defRPr sz="2000"/>
            </a:pPr>
            <a:r>
              <a:t>E-Commerce Sales Analysis</a:t>
            </a:r>
          </a:p>
          <a:p>
            <a:pPr>
              <a:spcAft>
                <a:spcPts val="1200"/>
              </a:spcAft>
              <a:defRPr sz="2000"/>
            </a:pPr>
            <a:r>
              <a:t>Python • Pandas • NumPy • Matplotlib • Plotly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Understand and clean the sales dataset</a:t>
            </a:r>
          </a:p>
          <a:p>
            <a:pPr>
              <a:spcAft>
                <a:spcPts val="1200"/>
              </a:spcAft>
              <a:defRPr sz="2000"/>
            </a:pPr>
            <a:r>
              <a:t>Calculate key sales KPIs</a:t>
            </a:r>
          </a:p>
          <a:p>
            <a:pPr>
              <a:spcAft>
                <a:spcPts val="1200"/>
              </a:spcAft>
              <a:defRPr sz="2000"/>
            </a:pPr>
            <a:r>
              <a:t>Analyze monthly, regional, category and product performance</a:t>
            </a:r>
          </a:p>
          <a:p>
            <a:pPr>
              <a:spcAft>
                <a:spcPts val="1200"/>
              </a:spcAft>
              <a:defRPr sz="2000"/>
            </a:pPr>
            <a:r>
              <a:t>Create meaningful visualizations</a:t>
            </a:r>
          </a:p>
          <a:p>
            <a:pPr>
              <a:spcAft>
                <a:spcPts val="1200"/>
              </a:spcAft>
              <a:defRPr sz="2000"/>
            </a:pPr>
            <a:r>
              <a:t>Build a Sales Analysis Dashboard</a:t>
            </a:r>
          </a:p>
          <a:p>
            <a:pPr>
              <a:spcAft>
                <a:spcPts val="1200"/>
              </a:spcAft>
              <a:defRPr sz="2000"/>
            </a:pPr>
            <a:r>
              <a:t>Generate actionable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Data Cleaning &amp;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Original dataset inspected for structure, data types and quality issues</a:t>
            </a:r>
          </a:p>
          <a:p>
            <a:pPr>
              <a:spcAft>
                <a:spcPts val="1200"/>
              </a:spcAft>
              <a:defRPr sz="2000"/>
            </a:pPr>
            <a:r>
              <a:t>Missing values identified and handled</a:t>
            </a:r>
          </a:p>
          <a:p>
            <a:pPr>
              <a:spcAft>
                <a:spcPts val="1200"/>
              </a:spcAft>
              <a:defRPr sz="2000"/>
            </a:pPr>
            <a:r>
              <a:t>Qty and Amount converted to appropriate numeric types</a:t>
            </a:r>
          </a:p>
          <a:p>
            <a:pPr>
              <a:spcAft>
                <a:spcPts val="1200"/>
              </a:spcAft>
              <a:defRPr sz="2000"/>
            </a:pPr>
            <a:r>
              <a:t>Unnecessary index column removed</a:t>
            </a:r>
          </a:p>
          <a:p>
            <a:pPr>
              <a:spcAft>
                <a:spcPts val="1200"/>
              </a:spcAft>
              <a:defRPr sz="2000"/>
            </a:pPr>
            <a:r>
              <a:t>Zero-amount records investigated and excluded from sales analysis</a:t>
            </a:r>
          </a:p>
          <a:p>
            <a:pPr>
              <a:spcAft>
                <a:spcPts val="1200"/>
              </a:spcAft>
              <a:defRPr sz="2000"/>
            </a:pPr>
            <a:r>
              <a:t>Cleaned analysis dataset: 118,806 records × 22 columns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Key Sales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Total Revenue: ₹7.86 crore</a:t>
            </a:r>
          </a:p>
          <a:p>
            <a:pPr>
              <a:spcAft>
                <a:spcPts val="1200"/>
              </a:spcAft>
              <a:defRPr sz="2000"/>
            </a:pPr>
            <a:r>
              <a:t>Unique Orders: 110,661</a:t>
            </a:r>
          </a:p>
          <a:p>
            <a:pPr>
              <a:spcAft>
                <a:spcPts val="1200"/>
              </a:spcAft>
              <a:defRPr sz="2000"/>
            </a:pPr>
            <a:r>
              <a:t>Average Revenue per Order: approximately ₹710</a:t>
            </a:r>
          </a:p>
          <a:p>
            <a:pPr>
              <a:spcAft>
                <a:spcPts val="1200"/>
              </a:spcAft>
              <a:defRPr sz="2000"/>
            </a:pPr>
            <a:r>
              <a:t>Total valid sales records: 118,806</a:t>
            </a:r>
          </a:p>
          <a:p>
            <a:pPr>
              <a:spcAft>
                <a:spcPts val="1200"/>
              </a:spcAft>
              <a:defRPr sz="2000"/>
            </a:pPr>
            <a:r>
              <a:t>The analysis focuses on valid positive-amount sales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Sales &amp; Regional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Top revenue category: Set – approximately ₹3.92 crore</a:t>
            </a:r>
          </a:p>
          <a:p>
            <a:pPr>
              <a:spcAft>
                <a:spcPts val="1200"/>
              </a:spcAft>
              <a:defRPr sz="2000"/>
            </a:pPr>
            <a:r>
              <a:t>Second: Kurta – approximately ₹2.13 crore</a:t>
            </a:r>
          </a:p>
          <a:p>
            <a:pPr>
              <a:spcAft>
                <a:spcPts val="1200"/>
              </a:spcAft>
              <a:defRPr sz="2000"/>
            </a:pPr>
            <a:r>
              <a:t>Top region: Maharashtra – approximately ₹1.33 crore</a:t>
            </a:r>
          </a:p>
          <a:p>
            <a:pPr>
              <a:spcAft>
                <a:spcPts val="1200"/>
              </a:spcAft>
              <a:defRPr sz="2000"/>
            </a:pPr>
            <a:r>
              <a:t>Karnataka followed with approximately ₹1.05 crore</a:t>
            </a:r>
          </a:p>
          <a:p>
            <a:pPr>
              <a:spcAft>
                <a:spcPts val="1200"/>
              </a:spcAft>
              <a:defRPr sz="2000"/>
            </a:pPr>
            <a:r>
              <a:t>April 2022 was the strongest month – approximately ₹2.88 crore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Top Products &amp; Fulfilment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Best-selling SKU: JNE3797-KR-L – 646 units</a:t>
            </a:r>
          </a:p>
          <a:p>
            <a:pPr>
              <a:spcAft>
                <a:spcPts val="1200"/>
              </a:spcAft>
              <a:defRPr sz="2000"/>
            </a:pPr>
            <a:r>
              <a:t>JNE3797-KR-M – 546 units</a:t>
            </a:r>
          </a:p>
          <a:p>
            <a:pPr>
              <a:spcAft>
                <a:spcPts val="1200"/>
              </a:spcAft>
              <a:defRPr sz="2000"/>
            </a:pPr>
            <a:r>
              <a:t>JNE3797-KR-S – 495 units</a:t>
            </a:r>
          </a:p>
          <a:p>
            <a:pPr>
              <a:spcAft>
                <a:spcPts val="1200"/>
              </a:spcAft>
              <a:defRPr sz="2000"/>
            </a:pPr>
            <a:r>
              <a:t>Amazon fulfilment: 82,094 orders and approximately ₹5.43 crore revenue</a:t>
            </a:r>
          </a:p>
          <a:p>
            <a:pPr>
              <a:spcAft>
                <a:spcPts val="1200"/>
              </a:spcAft>
              <a:defRPr sz="2000"/>
            </a:pPr>
            <a:r>
              <a:t>Merchant fulfilment: 36,712 orders and approximately ₹2.43 crore revenue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Interactive Sales Analysis Dashboard created using Python and Plotly</a:t>
            </a:r>
          </a:p>
          <a:p>
            <a:pPr>
              <a:spcAft>
                <a:spcPts val="1200"/>
              </a:spcAft>
              <a:defRPr sz="2000"/>
            </a:pPr>
            <a:r>
              <a:t>Total Sales and Total Orders</a:t>
            </a:r>
          </a:p>
          <a:p>
            <a:pPr>
              <a:spcAft>
                <a:spcPts val="1200"/>
              </a:spcAft>
              <a:defRPr sz="2000"/>
            </a:pPr>
            <a:r>
              <a:t>Monthly Sales Trend</a:t>
            </a:r>
          </a:p>
          <a:p>
            <a:pPr>
              <a:spcAft>
                <a:spcPts val="1200"/>
              </a:spcAft>
              <a:defRPr sz="2000"/>
            </a:pPr>
            <a:r>
              <a:t>Revenue by Category</a:t>
            </a:r>
          </a:p>
          <a:p>
            <a:pPr>
              <a:spcAft>
                <a:spcPts val="1200"/>
              </a:spcAft>
              <a:defRPr sz="2000"/>
            </a:pPr>
            <a:r>
              <a:t>Top 10 States by Revenue</a:t>
            </a:r>
          </a:p>
          <a:p>
            <a:pPr>
              <a:spcAft>
                <a:spcPts val="1200"/>
              </a:spcAft>
              <a:defRPr sz="2000"/>
            </a:pPr>
            <a:r>
              <a:t>Top 10 Best-Selling Products</a:t>
            </a:r>
          </a:p>
          <a:p>
            <a:pPr>
              <a:spcAft>
                <a:spcPts val="1200"/>
              </a:spcAft>
              <a:defRPr sz="2000"/>
            </a:pPr>
            <a:r>
              <a:t>Add a screenshot of sales_dashboard.html to this slide before final submission.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Key Business Insights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2638" y="1325880"/>
            <a:ext cx="10241280" cy="7171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dirty="0"/>
              <a:t>Set is the leading revenue category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Maharashtra is the top-performing region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April 2022 recorded the highest monthly revenue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Shipped orders dominate the order-status distribution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Amazon fulfilment contributes the majority of revenue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JNE3797 product variants show strong demand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The project follows the complete Data → Cleaning → Analysis → Visualization → Dashboard → Insights workflow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>
              <a:spcAft>
                <a:spcPts val="1200"/>
              </a:spcAft>
              <a:defRPr sz="2000"/>
            </a:pPr>
            <a:endParaRPr lang="en-US" dirty="0"/>
          </a:p>
          <a:p>
            <a:pPr>
              <a:spcAft>
                <a:spcPts val="1200"/>
              </a:spcAft>
              <a:defRPr sz="2000"/>
            </a:pPr>
            <a:endParaRPr lang="en-US" dirty="0"/>
          </a:p>
          <a:p>
            <a:pPr>
              <a:spcAft>
                <a:spcPts val="1200"/>
              </a:spcAft>
              <a:defRPr sz="2000"/>
            </a:pPr>
            <a:endParaRPr lang="en-US" dirty="0"/>
          </a:p>
          <a:p>
            <a:pPr>
              <a:spcAft>
                <a:spcPts val="1200"/>
              </a:spcAft>
              <a:defRPr sz="2000"/>
            </a:pPr>
            <a:endParaRPr lang="en-US" dirty="0"/>
          </a:p>
          <a:p>
            <a:pPr>
              <a:spcAft>
                <a:spcPts val="1200"/>
              </a:spcAft>
              <a:defRPr sz="2000"/>
            </a:pPr>
            <a:endParaRPr lang="en-US" dirty="0"/>
          </a:p>
          <a:p>
            <a:pPr>
              <a:spcAft>
                <a:spcPts val="1200"/>
              </a:spcAft>
              <a:defRPr sz="2000"/>
            </a:pPr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56646F-EB63-8EED-8119-246500D5F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64562" cy="36850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EC54EA-B9DA-D6A0-18DE-7292396D2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5" y="3429000"/>
            <a:ext cx="10964562" cy="367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900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79D651-7DF8-7B82-92D5-0DBD5A4B0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022" y="0"/>
            <a:ext cx="9539416" cy="30470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A6FFEA-0CA6-DE44-4509-041326D47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57" y="3047084"/>
            <a:ext cx="11088130" cy="35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58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468880"/>
            <a:ext cx="8503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Sales Data Analysis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342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PRATHAM BAIRAGI</cp:lastModifiedBy>
  <cp:revision>2</cp:revision>
  <dcterms:created xsi:type="dcterms:W3CDTF">2013-01-27T09:14:16Z</dcterms:created>
  <dcterms:modified xsi:type="dcterms:W3CDTF">2026-08-08T18:19:30Z</dcterms:modified>
  <cp:category/>
</cp:coreProperties>
</file>